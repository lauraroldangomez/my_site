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1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4"/>
    <p:restoredTop sz="94726"/>
  </p:normalViewPr>
  <p:slideViewPr>
    <p:cSldViewPr snapToGrid="0">
      <p:cViewPr>
        <p:scale>
          <a:sx n="311" d="100"/>
          <a:sy n="311" d="100"/>
        </p:scale>
        <p:origin x="-4688" y="-3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6726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16490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3031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7245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6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1569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3307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15466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6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3355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6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2894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67270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03685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6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772D10-E63B-0E47-B1DC-5AF690779C84}" type="datetimeFigureOut">
              <a:rPr lang="en-CO" smtClean="0"/>
              <a:t>25/04/24</a:t>
            </a:fld>
            <a:endParaRPr lang="en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DF680-1D77-2043-A800-5D15E64ABA6E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39993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8EA493-8695-AF1B-E69B-3926E55B4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83085"/>
              </p:ext>
            </p:extLst>
          </p:nvPr>
        </p:nvGraphicFramePr>
        <p:xfrm>
          <a:off x="1247839" y="2658934"/>
          <a:ext cx="4362317" cy="295620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911626">
                  <a:extLst>
                    <a:ext uri="{9D8B030D-6E8A-4147-A177-3AD203B41FA5}">
                      <a16:colId xmlns:a16="http://schemas.microsoft.com/office/drawing/2014/main" val="3777981062"/>
                    </a:ext>
                  </a:extLst>
                </a:gridCol>
                <a:gridCol w="1521515">
                  <a:extLst>
                    <a:ext uri="{9D8B030D-6E8A-4147-A177-3AD203B41FA5}">
                      <a16:colId xmlns:a16="http://schemas.microsoft.com/office/drawing/2014/main" val="4171324266"/>
                    </a:ext>
                  </a:extLst>
                </a:gridCol>
                <a:gridCol w="1929176">
                  <a:extLst>
                    <a:ext uri="{9D8B030D-6E8A-4147-A177-3AD203B41FA5}">
                      <a16:colId xmlns:a16="http://schemas.microsoft.com/office/drawing/2014/main" val="659250383"/>
                    </a:ext>
                  </a:extLst>
                </a:gridCol>
              </a:tblGrid>
              <a:tr h="686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Printing Size</a:t>
                      </a:r>
                    </a:p>
                  </a:txBody>
                  <a:tcPr marL="81074" marR="81074" marT="40536" marB="4053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Dimensions (inches)</a:t>
                      </a:r>
                    </a:p>
                  </a:txBody>
                  <a:tcPr marL="81074" marR="81074" marT="40536" marB="4053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Dimensions (cm)</a:t>
                      </a:r>
                    </a:p>
                  </a:txBody>
                  <a:tcPr marL="81074" marR="81074" marT="40536" marB="40536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03637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A5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5.8 × 8.3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14.8 x 42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3704016940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A4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8.3 × 11.7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21 x 29.7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496886271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A3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11.7 × 16.5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29.7 x 42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1495320775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A2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16.5 × 23.4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42 x 59.4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67019352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A1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23.4 × 33.1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59.4 x 84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3760739890"/>
                  </a:ext>
                </a:extLst>
              </a:tr>
              <a:tr h="378368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A0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33.1 × 46.8</a:t>
                      </a:r>
                    </a:p>
                  </a:txBody>
                  <a:tcPr marL="81074" marR="81074" marT="40536" marB="40536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CO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84.1 x 118.9</a:t>
                      </a:r>
                    </a:p>
                  </a:txBody>
                  <a:tcPr marL="81074" marR="81074" marT="40536" marB="40536" anchor="ctr"/>
                </a:tc>
                <a:extLst>
                  <a:ext uri="{0D108BD9-81ED-4DB2-BD59-A6C34878D82A}">
                    <a16:rowId xmlns:a16="http://schemas.microsoft.com/office/drawing/2014/main" val="5955437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1099E7B-0942-607B-4BCC-CD85F78DA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541" y="927710"/>
            <a:ext cx="7195079" cy="66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7332" tIns="53667" rIns="107332" bIns="53667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10733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O" altLang="en-CO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Andale Mono" panose="020B0509000000000004" pitchFamily="49" charset="0"/>
                <a:cs typeface="Consolas" panose="020B0609020204030204" pitchFamily="49" charset="0"/>
              </a:rPr>
              <a:t>Printing Size Reference</a:t>
            </a:r>
            <a:endParaRPr lang="en-CO" altLang="en-CO" sz="2400" dirty="0">
              <a:solidFill>
                <a:schemeClr val="tx1">
                  <a:lumMod val="65000"/>
                  <a:lumOff val="35000"/>
                </a:schemeClr>
              </a:solidFill>
              <a:latin typeface="Andale Mono" panose="020B05090000000000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2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4366</TotalTime>
  <Words>55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Andale Mono</vt:lpstr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Roldan Gomez, Laura</dc:creator>
  <cp:lastModifiedBy>Roldan Gomez, Laura</cp:lastModifiedBy>
  <cp:revision>8</cp:revision>
  <dcterms:created xsi:type="dcterms:W3CDTF">2024-04-22T15:23:38Z</dcterms:created>
  <dcterms:modified xsi:type="dcterms:W3CDTF">2024-04-25T16:19:14Z</dcterms:modified>
</cp:coreProperties>
</file>